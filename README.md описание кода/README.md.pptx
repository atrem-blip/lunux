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9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82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98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97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20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04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384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49457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99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373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01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6517A672-350C-41FE-8714-D976E9769C3A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80FA60F9-268C-488F-9127-6E923E42C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183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roslavrychikin-crypto/log_test_safe/blob/main/README.m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A4C5C-888F-46A1-A2D5-7AF5E1CB2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README.md</a:t>
            </a:r>
            <a:r>
              <a:rPr lang="ru-RU" dirty="0"/>
              <a:t> описание кода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7D87E3-651C-4F98-BA99-95904D8D18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log_test_safe/README.md at main · </a:t>
            </a:r>
            <a:r>
              <a:rPr lang="en-US" dirty="0" err="1">
                <a:hlinkClick r:id="rId2"/>
              </a:rPr>
              <a:t>yaroslavrychikin</a:t>
            </a:r>
            <a:r>
              <a:rPr lang="en-US" dirty="0">
                <a:hlinkClick r:id="rId2"/>
              </a:rPr>
              <a:t>-crypto/</a:t>
            </a:r>
            <a:r>
              <a:rPr lang="en-US" dirty="0" err="1">
                <a:hlinkClick r:id="rId2"/>
              </a:rPr>
              <a:t>log_test_safe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16621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E45FF479-B487-48B4-A730-21E094A626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52519" y="1837038"/>
            <a:ext cx="5469923" cy="419800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101568" rIns="0" bIns="101568" numCol="1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ru-RU" altLang="ru-RU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#!/usr/bin/env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bash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-apple-system"/>
              </a:rPr>
              <a:t>шебанг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, определяет интерпретатор для запуска скрипта.</a:t>
            </a:r>
          </a:p>
          <a:p>
            <a:pPr marL="0" marR="0" lvl="0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set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-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Eeuo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pipefail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активация строгого режима:</a:t>
            </a:r>
          </a:p>
          <a:p>
            <a:pPr marL="457200" marR="0" lvl="1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-E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передача ловушек (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-apple-system"/>
              </a:rPr>
              <a:t>trap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) при сбое подфункций;</a:t>
            </a:r>
          </a:p>
          <a:p>
            <a:pPr marL="457200" marR="0" lvl="1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-e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завершение скрипта при любой ошибке (ненулевой код возврата);</a:t>
            </a:r>
          </a:p>
          <a:p>
            <a:pPr marL="457200" marR="0" lvl="1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-u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ошибка при обращении к неинициализированным переменным;</a:t>
            </a:r>
          </a:p>
          <a:p>
            <a:pPr marL="457200" marR="0" lvl="1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-o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pipefail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ошибка конвейера при сбое любого этапа в пайпе.</a:t>
            </a:r>
          </a:p>
          <a:p>
            <a:pPr marL="0" marR="0" lvl="0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echo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"Скрипт запущен"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вывод сообщения о старте.</a:t>
            </a:r>
          </a:p>
          <a:p>
            <a:pPr marL="0" marR="0" lvl="0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if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false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;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then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...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fi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условный блок;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false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возвращает код 1, но из‑за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if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скрипт не завершается.</a:t>
            </a:r>
          </a:p>
          <a:p>
            <a:pPr marL="0" marR="0" lvl="0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Закомментированный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#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false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команда, которая при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-apple-system"/>
              </a:rPr>
              <a:t>раскомментировании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вызовет аварийное завершение из‑за флага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-e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.</a:t>
            </a:r>
          </a:p>
          <a:p>
            <a:pPr marL="0" marR="0" lvl="0" indent="0" defTabSz="914400" rtl="0" eaLnBrk="0" fontAlgn="ctr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echo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"Скрипт завершён"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 — финальное сообщение (выполнится только при отсутствии ошибок).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ru-RU" altLang="ru-RU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EE7088FA-B63C-421E-A632-A493D70C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ru-RU" dirty="0"/>
              <a:t>Описание кода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34EB80-A672-467C-804E-45E4F8DC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67" y="2108886"/>
            <a:ext cx="5082980" cy="28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12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85BF5-A376-4673-9783-E62F4927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ru-RU"/>
              <a:t>Запуск кода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9D849D8-B0FF-4BE4-99E9-72085F898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13" y="2947481"/>
            <a:ext cx="4417393" cy="172179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F43D74E-C0E2-0948-D37F-347FEDA54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266544"/>
            <a:ext cx="5638800" cy="3768495"/>
          </a:xfrm>
        </p:spPr>
        <p:txBody>
          <a:bodyPr>
            <a:normAutofit/>
          </a:bodyPr>
          <a:lstStyle/>
          <a:p>
            <a:r>
              <a:rPr lang="ru-RU" dirty="0"/>
              <a:t>chmod +x 01-strict.sh — установка бита исполнения для файла 01-strict.sh (пользователь получает право на запуск).</a:t>
            </a:r>
          </a:p>
          <a:p>
            <a:r>
              <a:rPr lang="ru-RU" dirty="0"/>
              <a:t>./01-strict.sh — запуск скрипта в текущей директории.</a:t>
            </a:r>
          </a:p>
          <a:p>
            <a:r>
              <a:rPr lang="ru-RU" dirty="0" err="1"/>
              <a:t>echo</a:t>
            </a:r>
            <a:r>
              <a:rPr lang="ru-RU" dirty="0"/>
              <a:t> "Код выхода: $?" — вывод значения переменной $? (код возврата последней выполненной команды).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402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B78E399-2840-4DAD-BE29-23219DE39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0527D29-FD96-40A1-A3A1-4D7A89BE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54997" y="727629"/>
            <a:ext cx="4141227" cy="498943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EA7FE3D-570B-410B-B8D3-1941BE6FE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9450" y="237744"/>
            <a:ext cx="5377853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01BFF-7B8D-408D-A224-2C3EAAB44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8615" y="372498"/>
            <a:ext cx="5103934" cy="61130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41C23-05A6-4FCF-89DA-27374522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2472" y="642594"/>
            <a:ext cx="4714531" cy="1371600"/>
          </a:xfrm>
        </p:spPr>
        <p:txBody>
          <a:bodyPr>
            <a:normAutofit/>
          </a:bodyPr>
          <a:lstStyle/>
          <a:p>
            <a:r>
              <a:rPr lang="ru-RU" sz="4400" dirty="0"/>
              <a:t>Описание кода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80DEFC7-7D23-4FBE-BB3B-28C0C27B9C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69529" y="2012366"/>
            <a:ext cx="6347469" cy="4821768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Eeuo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pipefail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строгий режим: прерывание при ошибках, запрет неинициализированных переменных, корректная обработка пайпов.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-A LOG_LEVELS=(...)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ассоциативный массив уровней логирования с числовыми приоритетами (DEBUG=10 … FATAL=50).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Проверка 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[[ -t 2 ]]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определение, является ли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stderr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терминалом; при истине задаются ANSI‑коды цветов (C_DEBUG, C_INFO и др.), иначе — пустые строки (для перенаправления в файл).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 "\${LOG_LEVEL:=INFO}"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установка порога логирования по умолчанию (INFO), переопределяется через переменную окружения LOG_LEVEL.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внутренняя функция:</a:t>
            </a:r>
          </a:p>
          <a:p>
            <a:pPr marL="457200" marR="0" lvl="1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="$1";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shift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="$*"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извлечение уровня и сообщения.</a:t>
            </a:r>
          </a:p>
          <a:p>
            <a:pPr marL="457200" marR="0" lvl="1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(( ${LOG_LEVELS[$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]:-20} &lt; ${LOG_LEVELS[$LOG_LEVEL]:-20} ))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фильтрация: вывод только уровней ≥ порога.</a:t>
            </a:r>
          </a:p>
          <a:p>
            <a:pPr marL="457200" marR="0" lvl="1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ts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="\$(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'+%Y-%m-%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dT%H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:%M:%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S%z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')"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генерация временной метки.</a:t>
            </a:r>
          </a:p>
          <a:p>
            <a:pPr marL="457200" marR="0" lvl="1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color_var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="C_$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";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="${!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color_var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:-}"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динамическое получение кода цвета по уровню.</a:t>
            </a:r>
          </a:p>
          <a:p>
            <a:pPr marL="457200" marR="0" lvl="1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... &gt;&amp;2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форматированный вывод в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stderr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(сохранение чистоты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stdout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).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log_debug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log_info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log_warn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log_error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, 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log_fatal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обертки для вызова 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с соответствующим уровнем.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Демонстрационные вызовы — вывод сообщений разных уровней; при LOG_LEVEL=INFO будут видны INFO, WARN, ERROR, FATAL.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echo</a:t>
            </a:r>
            <a:r>
              <a:rPr kumimoji="0" lang="ru-RU" altLang="ru-RU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"результат работы"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вывод данных в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stdout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(не попадает в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логи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24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65E42-897D-422B-B2C7-D819F035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>
            <a:normAutofit/>
          </a:bodyPr>
          <a:lstStyle/>
          <a:p>
            <a:r>
              <a:rPr lang="ru-RU" sz="4400" dirty="0"/>
              <a:t>Описание кода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D183E-A455-400F-B558-5EF3C42F6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C6A0A-8EDD-4CAD-8301-B0613EFB6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6B8973B-A483-4D15-A0AE-B01FC6057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4" b="4"/>
          <a:stretch>
            <a:fillRect/>
          </a:stretch>
        </p:blipFill>
        <p:spPr>
          <a:xfrm>
            <a:off x="233464" y="136187"/>
            <a:ext cx="6139068" cy="619651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ADF8A7-F851-964F-93A5-FA1CCA163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1487" y="1985820"/>
            <a:ext cx="5173982" cy="422958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set -</a:t>
            </a:r>
            <a:r>
              <a:rPr lang="en-US" dirty="0" err="1"/>
              <a:t>Eeuo</a:t>
            </a:r>
            <a:r>
              <a:rPr lang="en-US" dirty="0"/>
              <a:t> </a:t>
            </a:r>
            <a:r>
              <a:rPr lang="en-US" dirty="0" err="1"/>
              <a:t>pipefail</a:t>
            </a:r>
            <a:r>
              <a:rPr lang="en-US" dirty="0"/>
              <a:t> — </a:t>
            </a:r>
            <a:r>
              <a:rPr lang="ru-RU" dirty="0"/>
              <a:t>включение строгого режима (ошибки, </a:t>
            </a:r>
            <a:r>
              <a:rPr lang="en-US" dirty="0"/>
              <a:t>undefined vars, pipe failures).</a:t>
            </a:r>
          </a:p>
          <a:p>
            <a:r>
              <a:rPr lang="ru-RU" dirty="0"/>
              <a:t>Инициализация уровней логирования: </a:t>
            </a:r>
            <a:r>
              <a:rPr lang="en-US" dirty="0"/>
              <a:t>declare -A LOG_LEVELS=([DEBUG]=10 [INFO]=20 [WARN]=30 [ERROR]=40 [FATAL]=50).</a:t>
            </a:r>
          </a:p>
          <a:p>
            <a:r>
              <a:rPr lang="ru-RU" dirty="0"/>
              <a:t>Функция _</a:t>
            </a:r>
            <a:r>
              <a:rPr lang="en-US" dirty="0"/>
              <a:t>log():</a:t>
            </a:r>
          </a:p>
          <a:p>
            <a:r>
              <a:rPr lang="ru-RU" dirty="0"/>
              <a:t>Проверка порога уровня: (( ${</a:t>
            </a:r>
            <a:r>
              <a:rPr lang="en-US" dirty="0"/>
              <a:t>LOG_LEVELS[$level]:-20} &lt; ${LOG_LEVELS[$LOG_LEVEL]:-20} )) &amp;&amp; return.</a:t>
            </a:r>
          </a:p>
          <a:p>
            <a:r>
              <a:rPr lang="ru-RU" dirty="0"/>
              <a:t>Формирование строки: [&lt;</a:t>
            </a:r>
            <a:r>
              <a:rPr lang="en-US" dirty="0"/>
              <a:t>timestamp&gt;] [&lt;level&gt;] &lt;message&gt;.</a:t>
            </a:r>
          </a:p>
          <a:p>
            <a:r>
              <a:rPr lang="ru-RU" dirty="0"/>
              <a:t>Вывод в </a:t>
            </a:r>
            <a:r>
              <a:rPr lang="en-US" dirty="0"/>
              <a:t>stderr: </a:t>
            </a:r>
            <a:r>
              <a:rPr lang="en-US" dirty="0" err="1"/>
              <a:t>printf</a:t>
            </a:r>
            <a:r>
              <a:rPr lang="en-US" dirty="0"/>
              <a:t> '%s\n' "\$line" &gt;&amp;2.</a:t>
            </a:r>
          </a:p>
          <a:p>
            <a:r>
              <a:rPr lang="ru-RU" dirty="0"/>
              <a:t>Дублирование в файл при заданном </a:t>
            </a:r>
            <a:r>
              <a:rPr lang="en-US" dirty="0"/>
              <a:t>LOG_FILE: [[ -n "$LOG_FILE" ]] &amp;&amp; </a:t>
            </a:r>
            <a:r>
              <a:rPr lang="en-US" dirty="0" err="1"/>
              <a:t>printf</a:t>
            </a:r>
            <a:r>
              <a:rPr lang="en-US" dirty="0"/>
              <a:t> '%s\n' "$line" &gt;&gt;"\$LOG_FILE".</a:t>
            </a:r>
          </a:p>
          <a:p>
            <a:r>
              <a:rPr lang="ru-RU" dirty="0"/>
              <a:t>Вспомогательные функции: </a:t>
            </a:r>
            <a:r>
              <a:rPr lang="en-US" dirty="0" err="1"/>
              <a:t>log_debug</a:t>
            </a:r>
            <a:r>
              <a:rPr lang="en-US" dirty="0"/>
              <a:t>(), </a:t>
            </a:r>
            <a:r>
              <a:rPr lang="en-US" dirty="0" err="1"/>
              <a:t>log_info</a:t>
            </a:r>
            <a:r>
              <a:rPr lang="en-US" dirty="0"/>
              <a:t>(), </a:t>
            </a:r>
            <a:r>
              <a:rPr lang="en-US" dirty="0" err="1"/>
              <a:t>log_warn</a:t>
            </a:r>
            <a:r>
              <a:rPr lang="en-US" dirty="0"/>
              <a:t>(), </a:t>
            </a:r>
            <a:r>
              <a:rPr lang="en-US" dirty="0" err="1"/>
              <a:t>log_error</a:t>
            </a:r>
            <a:r>
              <a:rPr lang="en-US" dirty="0"/>
              <a:t>() — </a:t>
            </a:r>
            <a:r>
              <a:rPr lang="ru-RU" dirty="0"/>
              <a:t>обертки над _</a:t>
            </a:r>
            <a:r>
              <a:rPr lang="en-US" dirty="0"/>
              <a:t>log().</a:t>
            </a:r>
          </a:p>
          <a:p>
            <a:r>
              <a:rPr lang="ru-RU" dirty="0"/>
              <a:t>Инициализация лог‑файла:</a:t>
            </a:r>
          </a:p>
          <a:p>
            <a:r>
              <a:rPr lang="ru-RU" dirty="0"/>
              <a:t>Создание директории: </a:t>
            </a:r>
            <a:r>
              <a:rPr lang="en-US" dirty="0" err="1"/>
              <a:t>mkdir</a:t>
            </a:r>
            <a:r>
              <a:rPr lang="en-US" dirty="0"/>
              <a:t> -p -- "\$LOG_DIR".</a:t>
            </a:r>
          </a:p>
          <a:p>
            <a:r>
              <a:rPr lang="ru-RU" dirty="0"/>
              <a:t>Генерация пути: </a:t>
            </a:r>
            <a:r>
              <a:rPr lang="en-US" dirty="0"/>
              <a:t>LOG_FILE="$LOG_DIR/demo-$(date +%</a:t>
            </a:r>
            <a:r>
              <a:rPr lang="en-US" dirty="0" err="1"/>
              <a:t>Y%m%d</a:t>
            </a:r>
            <a:r>
              <a:rPr lang="en-US" dirty="0"/>
              <a:t>-%H%M%S)-$$.log".</a:t>
            </a:r>
          </a:p>
          <a:p>
            <a:r>
              <a:rPr lang="ru-RU" dirty="0"/>
              <a:t>Очистка/создание файла: : &gt;"\$</a:t>
            </a:r>
            <a:r>
              <a:rPr lang="en-US" dirty="0"/>
              <a:t>LOG_FILE".</a:t>
            </a:r>
          </a:p>
          <a:p>
            <a:r>
              <a:rPr lang="ru-RU" dirty="0"/>
              <a:t>Вызовы логов: </a:t>
            </a:r>
            <a:r>
              <a:rPr lang="en-US" dirty="0" err="1"/>
              <a:t>log_info</a:t>
            </a:r>
            <a:r>
              <a:rPr lang="en-US" dirty="0"/>
              <a:t> "</a:t>
            </a:r>
            <a:r>
              <a:rPr lang="ru-RU" dirty="0"/>
              <a:t>Старт…", </a:t>
            </a:r>
            <a:r>
              <a:rPr lang="en-US" dirty="0" err="1"/>
              <a:t>log_debug</a:t>
            </a:r>
            <a:r>
              <a:rPr lang="en-US" dirty="0"/>
              <a:t> "</a:t>
            </a:r>
            <a:r>
              <a:rPr lang="ru-RU" dirty="0"/>
              <a:t>Отладочное…", </a:t>
            </a:r>
            <a:r>
              <a:rPr lang="en-US" dirty="0" err="1"/>
              <a:t>log_warn</a:t>
            </a:r>
            <a:r>
              <a:rPr lang="en-US" dirty="0"/>
              <a:t> "</a:t>
            </a:r>
            <a:r>
              <a:rPr lang="ru-RU" dirty="0"/>
              <a:t>Предупреждение", </a:t>
            </a:r>
            <a:r>
              <a:rPr lang="en-US" dirty="0" err="1"/>
              <a:t>log_info</a:t>
            </a:r>
            <a:r>
              <a:rPr lang="en-US" dirty="0"/>
              <a:t> "</a:t>
            </a:r>
            <a:r>
              <a:rPr lang="ru-RU" dirty="0"/>
              <a:t>Завершение".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817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65E42-897D-422B-B2C7-D819F035B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384" y="642594"/>
            <a:ext cx="4810815" cy="1371600"/>
          </a:xfrm>
        </p:spPr>
        <p:txBody>
          <a:bodyPr>
            <a:normAutofit/>
          </a:bodyPr>
          <a:lstStyle/>
          <a:p>
            <a:r>
              <a:rPr lang="ru-RU" sz="4400" dirty="0"/>
              <a:t>Описание кода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D183E-A455-400F-B558-5EF3C42F6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C6A0A-8EDD-4CAD-8301-B0613EFB6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C81D57-74E9-4349-B434-6E6D8AC09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87" y="518557"/>
            <a:ext cx="5719172" cy="1446694"/>
          </a:xfrm>
          <a:prstGeom prst="rect">
            <a:avLst/>
          </a:prstGeom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BE2135C8-D572-4B9F-B195-BF2DF73775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567" y="3630963"/>
            <a:ext cx="3633322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 ./03-logging-file.sh</a:t>
            </a:r>
            <a:endParaRPr kumimoji="0" lang="ru-RU" altLang="ru-RU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Здесь запускается сам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‑скрипт из файла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03-logging-file.sh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 Точка и пробел (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 перед названием файла означают, что все переменные окружения, которые изменит или создаст этот скрипт, останутся активными после его завершения.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Зачем так делать: обычно это нужно, если внутри скрипта есть инструкции вроде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export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VAR=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value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чтобы эти изменения сохранились в текущей сессии терминала.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Пример: если бы вы запустили просто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./03-logging-file.sh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то после окончания работы скрипта все созданные им переменные исчезли бы. Синтаксис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 ./...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позволяет сохранить их.</a:t>
            </a:r>
            <a:b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68CC58F7-7797-4077-9766-C6747C6FD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32" y="1997864"/>
            <a:ext cx="328226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chmod +x 03-logging-file.sh</a:t>
            </a:r>
            <a:endParaRPr kumimoji="0" lang="ru-RU" altLang="ru-RU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Эта команда делает файл с именем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03-logging-file.sh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исполняемым.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Что это значит: теперь этот скрипт можно запустить, просто набрав его имя (с точкой перед ним или через команду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./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), а не только выполняя его содержимое командой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bash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Как работает: флаг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+x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добавляет право на выполнение для текущего пользователя.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51E199C0-0D56-4E21-9AEB-BC8AC40AD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937233" y="-3055370"/>
            <a:ext cx="13090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Шаг А: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Команда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 /tmp/diag-demo/demo*.log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Команда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выводит содержимое файлов. В данном случае используется шаблон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/tmp/diag-demo/demo*.log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60676F22-4225-4E14-93DA-D64AB947B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384" y="2014194"/>
            <a:ext cx="43672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89C97C60-BE27-4A7B-9C6A-72610AECF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734" y="2602462"/>
            <a:ext cx="6526635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Шаг А: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Команда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cat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tmp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diag-demo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/demo*.log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Команда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cat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выводит содержимое файлов. В данном случае используется шаблон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tmp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diag-demo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demo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*.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Что такое звёздочка? Это «подстановочный символ» (</a:t>
            </a:r>
            <a:r>
              <a:rPr kumimoji="0" lang="ru-RU" altLang="ru-RU" sz="11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wildcard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). Он означает «любой набор символов». То есть эта команда выведет содержимое всех файлов в папке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tmp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diag-demo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, имена которых начинаются на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demo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и заканчиваются на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.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Например, она найдет файлы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demo.log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demo-1.log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demo-error.log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и т.д., но </a:t>
            </a:r>
            <a:r>
              <a:rPr kumimoji="0" lang="ru-RU" altLang="ru-RU" sz="11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не найдёт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demolog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или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demon.log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Шаг Б: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Символ вертикальной черты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|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Это оператор конвейера. Он перенаправляет вывод первой команды во вход второй. Грубо говоря, всё, что напечатала первая команда, вторая читает как текстовый поток.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Шаг В: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Команда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tail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 -n 5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Команда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tail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показывает последние строки файла.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Параметр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-n 5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: указывает, сколько именно последних строк вывести (в данном случае пять).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Итог: весь огромный объём логов из найденных файлов будет сжат до пяти самых свежих строчек.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71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B5B17E-AECA-4ADF-801C-479448BA5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276" y="642594"/>
            <a:ext cx="5087923" cy="1371600"/>
          </a:xfrm>
        </p:spPr>
        <p:txBody>
          <a:bodyPr/>
          <a:lstStyle/>
          <a:p>
            <a:r>
              <a:rPr lang="ru-RU" dirty="0"/>
              <a:t>Описание кода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924B690C-88F6-496F-BEDE-7B5CB13FA0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8876" y="713482"/>
            <a:ext cx="4597742" cy="4532679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4A84D80-2661-4C6C-805E-6C6500BF667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89989" y="1689504"/>
            <a:ext cx="446825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#!/usr/bin/env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запускается через </a:t>
            </a:r>
            <a:r>
              <a:rPr kumimoji="0" lang="ru-RU" altLang="ru-RU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что позволяет использовать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на любой системе.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Eeuo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pipefail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это «строгий режим»: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если любая команда вернёт ошибку (код выхода ≠0), скрипт сразу завершится.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-u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использование неопределённой переменной вызовет немедленную остановку.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pipefail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статус конвейера равен статусу последней неудачной команды.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ловушки срабатывают внутри функций.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C1E5B06-80AF-48D1-8A6D-94BD4700E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488" y="3259164"/>
            <a:ext cx="8265672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1100" dirty="0">
                <a:latin typeface="Arial" panose="020B0604020202020204" pitchFamily="34" charset="0"/>
              </a:rPr>
              <a:t>к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оманда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mktemp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-d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создаёт пустой каталог в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tmp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Флаг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-t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demo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задаёт префикс имени для удобства отладки.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Переменная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$TMP_DIR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хранит путь к этому каталогу.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8B73F0A-ED91-4C49-BD32-BFBCD2E45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353" y="4430302"/>
            <a:ext cx="530276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trap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эта команда говорит оболочке выполнить указанный код при наступлении определённого события.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'...'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одинарные кавычки нужны, чтобы аргументы не интерпретировались сейчас, а только во время выполнения ловушки.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EXIT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событие, которое возникает всегда: при нормальном выходе (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exit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), при ошибках из-за флага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-e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при прерывании пользователя </a:t>
            </a:r>
            <a:b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Ctrl+C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или при отправке сигнала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kill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rm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-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rf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принудительное удаление каталога со всем содержимым.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--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защищает команду от случайного совпадения имён файлов с флагами удаления (например, если бы файл назывался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-f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41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4C82A-F3C8-46DA-BACE-5759E39E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530" y="444886"/>
            <a:ext cx="4823254" cy="1371600"/>
          </a:xfrm>
        </p:spPr>
        <p:txBody>
          <a:bodyPr/>
          <a:lstStyle/>
          <a:p>
            <a:r>
              <a:rPr lang="ru-RU" dirty="0"/>
              <a:t>Запуск кода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3983624A-69C9-4680-8968-11C64430EB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792" y="1643308"/>
            <a:ext cx="4914580" cy="1502131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6731E5-0AE8-4D55-9D1D-F1838A0F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109" y="4131181"/>
            <a:ext cx="5741143" cy="227292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CE00A0B-1F46-4959-8AD5-A6278239A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109" y="1643308"/>
            <a:ext cx="5741143" cy="248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79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1B1D2-22D3-44A7-8974-6351766F7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485" y="179001"/>
            <a:ext cx="5572897" cy="984464"/>
          </a:xfrm>
        </p:spPr>
        <p:txBody>
          <a:bodyPr/>
          <a:lstStyle/>
          <a:p>
            <a:r>
              <a:rPr lang="ru-RU" dirty="0"/>
              <a:t>Описание кода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24D025DC-EA85-4F68-85F8-58E16B49589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71552" y="2204048"/>
            <a:ext cx="4359018" cy="1501270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34E7F6-B615-44E6-BD91-06B2DB199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33" y="469576"/>
            <a:ext cx="3713786" cy="5918847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E9237B01-6C3A-488A-AD38-65D0B0C52B8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40485" y="918059"/>
            <a:ext cx="6293796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Шебанг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Указание интерпретатора через </a:t>
            </a:r>
            <a:r>
              <a:rPr kumimoji="0" lang="ru-RU" altLang="ru-RU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что позволяет использовать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даже если он установлен не в стандартном месте.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Строгий режим: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Включает защиту от ошибок: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немедленный выход при первой ошибке.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-u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ошибка при использовании неопределённой переменной.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pipefail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статус выхода конвейера равен последней неудачной команде.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091B0DD-A18F-4C68-BB01-177BA8DB2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1637" y="2316046"/>
            <a:ext cx="3564267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Переменная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$OUT_DIR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задаёт путь сохранения файлов. Если она не передана из окружения, будет использоваться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tmp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/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diag-out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Команда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mkdir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-p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создаёт директорию рекурсивно (создаст все промежуточные папки).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167380F-15B7-41E5-A44E-09C09E85A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485" y="3846542"/>
            <a:ext cx="722314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Это самая важная функция скрипта. Она запускает любую команду с аргументами (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$@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) и гарантирует корректное поведение.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timeout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5s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команда будет принудительно завершена через 5 секунд, если «зависнет» (например,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who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может долго ждать ответа от NIS-сервера). Без этого скрипт мог бы работать бесконечно.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2&gt;&amp;1&lt;/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dev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/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null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перенаправляет стандартный вывод ошибки (</a:t>
            </a:r>
            <a:r>
              <a:rPr kumimoji="0" lang="ru-RU" altLang="ru-RU" sz="11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stderr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в стандартный поток вывода (</a:t>
            </a:r>
            <a:r>
              <a:rPr kumimoji="0" lang="ru-RU" altLang="ru-RU" sz="1100" b="0" i="1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stdout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), а затем подавляет ввод команды (чтобы предотвратить случайную блокировку ввода). Таким образом, весь результат работы команды попадёт только в лог-файл.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|| </a:t>
            </a:r>
            <a:r>
              <a:rPr kumimoji="0" lang="ru-RU" altLang="ru-RU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true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это хитрость. Если команда завершится с ошибкой (или сработает таймаут), её код возврата станет ненулевым. Оболочка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Bash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в режиме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-e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тут же остановила бы выполнение всего скрипта. Конструкция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|| </a:t>
            </a:r>
            <a:r>
              <a:rPr kumimoji="0" lang="ru-RU" altLang="ru-RU" sz="11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true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</a:rPr>
              <a:t> всегда возвращает успех (0), тем самым предотвращая аварийное завершение основного потока. При этом сам факт ошибки или таймаута всё равно запишется в отчёт.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BB558-3EE8-4D74-BA9C-1E642EF7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330" y="601362"/>
            <a:ext cx="4913870" cy="1412832"/>
          </a:xfrm>
        </p:spPr>
        <p:txBody>
          <a:bodyPr/>
          <a:lstStyle/>
          <a:p>
            <a:r>
              <a:rPr lang="ru-RU" dirty="0"/>
              <a:t>Запуск кода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8D80F0B-5424-4DCB-98E0-A50199026D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5076" y="2580234"/>
            <a:ext cx="5346254" cy="848766"/>
          </a:xfr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8CCC454-0326-4398-A35D-542AED9152D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575319" y="2756581"/>
            <a:ext cx="4867446" cy="2154436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Первая строка:</a:t>
            </a:r>
            <a:b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</a:b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chmod +x 11-check-system.sh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наделяет скрипт правом на выполнение. Флаг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+x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добавляет бит исполнения для владельца, группы и остальных пользователей, после чего файл можно запускать как программу, а не просто читать как текст.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Вторая строка:</a:t>
            </a:r>
            <a:b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</a:b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./11-check-system.sh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— запускает скрипт из текущей директории. Префикс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 явно указывает системе, что нужно искать исполняемый файл в локальном каталоге, а не в путях, прописанных в переменной 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.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Судя по фрагменту текста под командами, скрипт, вероятно, выполняет системную проверку и выводит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  <a:t>результаты: часть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данных записывает в файл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system.txt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-apple-system"/>
              </a:rPr>
              <a:t>, часть — отображает в терминале.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403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1793</Words>
  <Application>Microsoft Office PowerPoint</Application>
  <PresentationFormat>Широкоэкранный</PresentationFormat>
  <Paragraphs>99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-apple-system</vt:lpstr>
      <vt:lpstr>Arial</vt:lpstr>
      <vt:lpstr>Arial Unicode MS</vt:lpstr>
      <vt:lpstr>Century Gothic</vt:lpstr>
      <vt:lpstr>Consolas</vt:lpstr>
      <vt:lpstr>Савон</vt:lpstr>
      <vt:lpstr>README.md описание кода </vt:lpstr>
      <vt:lpstr>Описание кода</vt:lpstr>
      <vt:lpstr>Запуск кода</vt:lpstr>
      <vt:lpstr>Описание кода</vt:lpstr>
      <vt:lpstr>Описание кода</vt:lpstr>
      <vt:lpstr>Описание кода</vt:lpstr>
      <vt:lpstr>Описание кода</vt:lpstr>
      <vt:lpstr>Запуск кода</vt:lpstr>
      <vt:lpstr>Описание кода</vt:lpstr>
      <vt:lpstr>Запуск кода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README.md описание кода </dc:title>
  <dc:creator>Артём Карелин</dc:creator>
  <cp:lastModifiedBy>Артём Карелин</cp:lastModifiedBy>
  <cp:revision>7</cp:revision>
  <dcterms:created xsi:type="dcterms:W3CDTF">2026-10-13T16:19:17Z</dcterms:created>
  <dcterms:modified xsi:type="dcterms:W3CDTF">2026-10-18T20:07:20Z</dcterms:modified>
</cp:coreProperties>
</file>